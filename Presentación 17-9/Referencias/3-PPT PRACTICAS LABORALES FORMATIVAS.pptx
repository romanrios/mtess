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3295650" cx="5854700"/>
  <p:notesSz cx="5854700" cy="3295650"/>
  <p:embeddedFontLs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603">
          <p15:clr>
            <a:srgbClr val="747775"/>
          </p15:clr>
        </p15:guide>
        <p15:guide id="4" pos="321">
          <p15:clr>
            <a:srgbClr val="747775"/>
          </p15:clr>
        </p15:guide>
        <p15:guide id="5" orient="horz" pos="1922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Hzngen8W7RasaV3i4EDuKeLMT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603" orient="horz"/>
        <p:guide pos="321"/>
        <p:guide pos="192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InterExtraBold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316288" y="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13055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316288" y="313055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0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11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2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3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7e9ce86fd_0_0:notes"/>
          <p:cNvSpPr txBox="1"/>
          <p:nvPr>
            <p:ph idx="1" type="body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2e7e9ce86fd_0_0:notes"/>
          <p:cNvSpPr/>
          <p:nvPr>
            <p:ph idx="2" type="sldImg"/>
          </p:nvPr>
        </p:nvSpPr>
        <p:spPr>
          <a:xfrm>
            <a:off x="1830388" y="247650"/>
            <a:ext cx="2193900" cy="123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830388" y="247650"/>
            <a:ext cx="2193925" cy="1235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585470" y="1565434"/>
            <a:ext cx="4683760" cy="1483043"/>
          </a:xfrm>
          <a:prstGeom prst="rect">
            <a:avLst/>
          </a:prstGeom>
          <a:noFill/>
          <a:ln>
            <a:noFill/>
          </a:ln>
        </p:spPr>
        <p:txBody>
          <a:bodyPr anchorCtr="0" anchor="t" bIns="52275" lIns="52275" spcFirstLastPara="1" rIns="52275" wrap="square" tIns="52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975976" y="247174"/>
            <a:ext cx="3903325" cy="123586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3.png"/><Relationship Id="rId13" Type="http://schemas.openxmlformats.org/officeDocument/2006/relationships/image" Target="../media/image11.png"/><Relationship Id="rId1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15" Type="http://schemas.openxmlformats.org/officeDocument/2006/relationships/image" Target="../media/image9.png"/><Relationship Id="rId14" Type="http://schemas.openxmlformats.org/officeDocument/2006/relationships/image" Target="../media/image15.png"/><Relationship Id="rId17" Type="http://schemas.openxmlformats.org/officeDocument/2006/relationships/image" Target="../media/image16.png"/><Relationship Id="rId16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73256" y="1170432"/>
            <a:ext cx="1442840" cy="40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390" y="842770"/>
            <a:ext cx="892145" cy="15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515" y="853600"/>
            <a:ext cx="91724" cy="14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753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62297" y="853600"/>
            <a:ext cx="84707" cy="13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9666" y="886903"/>
            <a:ext cx="91727" cy="14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74055" y="886903"/>
            <a:ext cx="136400" cy="10525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/>
          <p:nvPr/>
        </p:nvSpPr>
        <p:spPr>
          <a:xfrm>
            <a:off x="2155744" y="853600"/>
            <a:ext cx="16510" cy="139065"/>
          </a:xfrm>
          <a:custGeom>
            <a:rect b="b" l="l" r="r" t="t"/>
            <a:pathLst>
              <a:path extrusionOk="0" h="139065" w="16510">
                <a:moveTo>
                  <a:pt x="15968" y="0"/>
                </a:moveTo>
                <a:lnTo>
                  <a:pt x="0" y="0"/>
                </a:lnTo>
                <a:lnTo>
                  <a:pt x="0" y="138556"/>
                </a:lnTo>
                <a:lnTo>
                  <a:pt x="15968" y="138556"/>
                </a:lnTo>
                <a:lnTo>
                  <a:pt x="15968" y="0"/>
                </a:lnTo>
                <a:close/>
              </a:path>
            </a:pathLst>
          </a:custGeom>
          <a:solidFill>
            <a:srgbClr val="4949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96068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07002" y="886903"/>
            <a:ext cx="94169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71022" y="888239"/>
            <a:ext cx="93059" cy="1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40949" y="853600"/>
            <a:ext cx="108805" cy="13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0873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82059" y="886903"/>
            <a:ext cx="80106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81375" y="886903"/>
            <a:ext cx="83055" cy="10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093674" y="886618"/>
            <a:ext cx="227869" cy="10769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/>
          <p:nvPr/>
        </p:nvSpPr>
        <p:spPr>
          <a:xfrm>
            <a:off x="3345891" y="853605"/>
            <a:ext cx="61594" cy="139065"/>
          </a:xfrm>
          <a:custGeom>
            <a:rect b="b" l="l" r="r" t="t"/>
            <a:pathLst>
              <a:path extrusionOk="0" h="139065" w="61595">
                <a:moveTo>
                  <a:pt x="15976" y="0"/>
                </a:moveTo>
                <a:lnTo>
                  <a:pt x="0" y="0"/>
                </a:lnTo>
                <a:lnTo>
                  <a:pt x="0" y="138557"/>
                </a:lnTo>
                <a:lnTo>
                  <a:pt x="15976" y="138557"/>
                </a:lnTo>
                <a:lnTo>
                  <a:pt x="15976" y="0"/>
                </a:lnTo>
                <a:close/>
              </a:path>
              <a:path extrusionOk="0" h="139065" w="61595">
                <a:moveTo>
                  <a:pt x="61150" y="0"/>
                </a:moveTo>
                <a:lnTo>
                  <a:pt x="45186" y="0"/>
                </a:lnTo>
                <a:lnTo>
                  <a:pt x="45186" y="138557"/>
                </a:lnTo>
                <a:lnTo>
                  <a:pt x="61150" y="138557"/>
                </a:lnTo>
                <a:lnTo>
                  <a:pt x="61150" y="0"/>
                </a:lnTo>
                <a:close/>
              </a:path>
            </a:pathLst>
          </a:custGeom>
          <a:solidFill>
            <a:srgbClr val="4949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31401" y="886903"/>
            <a:ext cx="94167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605677" y="853600"/>
            <a:ext cx="1196564" cy="17751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0"/>
          <p:cNvSpPr txBox="1"/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489435" y="840886"/>
            <a:ext cx="3688715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731838" y="539358"/>
            <a:ext cx="4391025" cy="1147374"/>
          </a:xfrm>
          <a:prstGeom prst="rect">
            <a:avLst/>
          </a:prstGeom>
          <a:noFill/>
          <a:ln>
            <a:noFill/>
          </a:ln>
        </p:spPr>
        <p:txBody>
          <a:bodyPr anchorCtr="0" anchor="b" bIns="21950" lIns="43900" spcFirstLastPara="1" rIns="43900" wrap="square" tIns="219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subTitle"/>
          </p:nvPr>
        </p:nvSpPr>
        <p:spPr>
          <a:xfrm>
            <a:off x="731838" y="1730979"/>
            <a:ext cx="4391025" cy="795686"/>
          </a:xfrm>
          <a:prstGeom prst="rect">
            <a:avLst/>
          </a:prstGeom>
          <a:noFill/>
          <a:ln>
            <a:noFill/>
          </a:ln>
        </p:spPr>
        <p:txBody>
          <a:bodyPr anchorCtr="0" anchor="t" bIns="21950" lIns="43900" spcFirstLastPara="1" rIns="43900" wrap="square" tIns="21950">
            <a:normAutofit/>
          </a:bodyPr>
          <a:lstStyle>
            <a:lvl1pPr lv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200"/>
            </a:lvl1pPr>
            <a:lvl2pPr lvl="1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000"/>
            </a:lvl2pPr>
            <a:lvl3pPr lvl="2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900"/>
            </a:lvl3pPr>
            <a:lvl4pPr lvl="3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4pPr>
            <a:lvl5pPr lvl="4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5pPr>
            <a:lvl6pPr lvl="5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6pPr>
            <a:lvl7pPr lvl="6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7pPr>
            <a:lvl8pPr lvl="7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8pPr>
            <a:lvl9pPr lvl="8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402510" y="3054579"/>
            <a:ext cx="1317308" cy="17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50" lIns="43900" spcFirstLastPara="1" rIns="43900" wrap="square" tIns="21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1939370" y="3054579"/>
            <a:ext cx="1975961" cy="17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50" lIns="43900" spcFirstLastPara="1" rIns="43900" wrap="square" tIns="21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4134882" y="3054579"/>
            <a:ext cx="1317308" cy="17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50" lIns="43900" spcFirstLastPara="1" rIns="43900" wrap="square" tIns="21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subTitle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2" type="body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89435" y="840886"/>
            <a:ext cx="3688715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1" type="ft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0.jpg"/><Relationship Id="rId6" Type="http://schemas.openxmlformats.org/officeDocument/2006/relationships/image" Target="../media/image18.png"/><Relationship Id="rId7" Type="http://schemas.openxmlformats.org/officeDocument/2006/relationships/image" Target="../media/image27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9.png"/><Relationship Id="rId13" Type="http://schemas.openxmlformats.org/officeDocument/2006/relationships/image" Target="../media/image40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14" Type="http://schemas.openxmlformats.org/officeDocument/2006/relationships/image" Target="../media/image27.jp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2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Relationship Id="rId4" Type="http://schemas.openxmlformats.org/officeDocument/2006/relationships/image" Target="../media/image2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jpg"/><Relationship Id="rId4" Type="http://schemas.openxmlformats.org/officeDocument/2006/relationships/image" Target="../media/image37.png"/><Relationship Id="rId5" Type="http://schemas.openxmlformats.org/officeDocument/2006/relationships/image" Target="../media/image47.png"/><Relationship Id="rId6" Type="http://schemas.openxmlformats.org/officeDocument/2006/relationships/image" Target="../media/image46.png"/><Relationship Id="rId7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8"/>
            <a:ext cx="5850680" cy="329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641" y="1246468"/>
            <a:ext cx="1963055" cy="39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662" y="629578"/>
            <a:ext cx="868111" cy="18605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/>
        </p:nvSpPr>
        <p:spPr>
          <a:xfrm>
            <a:off x="469175" y="721900"/>
            <a:ext cx="204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s-ES" sz="3750" u="none" cap="none" strike="noStrike">
                <a:solidFill>
                  <a:srgbClr val="4A4A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1" i="0" lang="es-ES" sz="3000" u="none" cap="none" strike="noStrike">
                <a:solidFill>
                  <a:srgbClr val="4A4A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rácticas</a:t>
            </a:r>
            <a:endParaRPr b="0" i="0" sz="3000" u="none" cap="none" strike="noStrike">
              <a:solidFill>
                <a:srgbClr val="4A4A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545376" y="1157392"/>
            <a:ext cx="1951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s-ES" sz="3650" u="none" cap="none" strike="noStrike">
                <a:solidFill>
                  <a:srgbClr val="FEFEF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</a:t>
            </a:r>
            <a:r>
              <a:rPr b="1" i="0" lang="es-ES" sz="2900" u="none" cap="none" strike="noStrike">
                <a:solidFill>
                  <a:srgbClr val="FEFEF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1" lang="es-ES" sz="2900">
                <a:solidFill>
                  <a:srgbClr val="FEFEF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</a:t>
            </a:r>
            <a:r>
              <a:rPr b="1" i="0" lang="es-ES" sz="2900" u="none" cap="none" strike="noStrike">
                <a:solidFill>
                  <a:srgbClr val="FEFEF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orales</a:t>
            </a:r>
            <a:endParaRPr b="0" i="0" sz="2900" u="none" cap="none" strike="noStrike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492650" y="1644332"/>
            <a:ext cx="2202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s-ES" sz="3750" u="none" cap="none" strike="noStrike">
                <a:solidFill>
                  <a:srgbClr val="49496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</a:t>
            </a:r>
            <a:r>
              <a:rPr b="1" i="0" lang="es-ES" sz="3000" u="none" cap="none" strike="noStrike">
                <a:solidFill>
                  <a:srgbClr val="49496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ormativas</a:t>
            </a:r>
            <a:endParaRPr b="0" i="0" sz="3000" u="none" cap="none" strike="noStrike">
              <a:solidFill>
                <a:srgbClr val="494963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2" name="Google Shape;8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9006" y="0"/>
            <a:ext cx="2471738" cy="329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1"/>
          <p:cNvPicPr preferRelativeResize="0"/>
          <p:nvPr/>
        </p:nvPicPr>
        <p:blipFill rotWithShape="1">
          <a:blip r:embed="rId6">
            <a:alphaModFix/>
          </a:blip>
          <a:srcRect b="20" l="17518" r="0" t="-20"/>
          <a:stretch/>
        </p:blipFill>
        <p:spPr>
          <a:xfrm>
            <a:off x="3429002" y="0"/>
            <a:ext cx="2471750" cy="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1"/>
          <p:cNvPicPr preferRelativeResize="0"/>
          <p:nvPr/>
        </p:nvPicPr>
        <p:blipFill rotWithShape="1">
          <a:blip r:embed="rId6">
            <a:alphaModFix/>
          </a:blip>
          <a:srcRect b="20" l="17518" r="0" t="-20"/>
          <a:stretch/>
        </p:blipFill>
        <p:spPr>
          <a:xfrm>
            <a:off x="3429002" y="3237500"/>
            <a:ext cx="2471750" cy="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2"/>
          <p:cNvGrpSpPr/>
          <p:nvPr/>
        </p:nvGrpSpPr>
        <p:grpSpPr>
          <a:xfrm>
            <a:off x="510212" y="661231"/>
            <a:ext cx="1237291" cy="295657"/>
            <a:chOff x="509212" y="902206"/>
            <a:chExt cx="1237291" cy="295657"/>
          </a:xfrm>
        </p:grpSpPr>
        <p:pic>
          <p:nvPicPr>
            <p:cNvPr id="91" name="Google Shape;9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9212" y="902206"/>
              <a:ext cx="1237291" cy="295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956" y="931583"/>
              <a:ext cx="1079878" cy="23110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Google Shape;9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838" y="1174329"/>
            <a:ext cx="177189" cy="1597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2"/>
          <p:cNvGrpSpPr/>
          <p:nvPr/>
        </p:nvGrpSpPr>
        <p:grpSpPr>
          <a:xfrm>
            <a:off x="767469" y="1212075"/>
            <a:ext cx="182549" cy="121052"/>
            <a:chOff x="727740" y="1433430"/>
            <a:chExt cx="154349" cy="85290"/>
          </a:xfrm>
        </p:grpSpPr>
        <p:pic>
          <p:nvPicPr>
            <p:cNvPr id="95" name="Google Shape;95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7740" y="1434495"/>
              <a:ext cx="65173" cy="8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6282" y="1433430"/>
              <a:ext cx="65807" cy="8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12"/>
          <p:cNvSpPr/>
          <p:nvPr/>
        </p:nvSpPr>
        <p:spPr>
          <a:xfrm>
            <a:off x="2114319" y="1174329"/>
            <a:ext cx="15769" cy="157798"/>
          </a:xfrm>
          <a:custGeom>
            <a:rect b="b" l="l" r="r" t="t"/>
            <a:pathLst>
              <a:path extrusionOk="0" h="111125" w="13335">
                <a:moveTo>
                  <a:pt x="12772" y="0"/>
                </a:moveTo>
                <a:lnTo>
                  <a:pt x="0" y="0"/>
                </a:lnTo>
                <a:lnTo>
                  <a:pt x="0" y="110844"/>
                </a:lnTo>
                <a:lnTo>
                  <a:pt x="12772" y="110844"/>
                </a:lnTo>
                <a:lnTo>
                  <a:pt x="12772" y="0"/>
                </a:lnTo>
                <a:close/>
              </a:path>
            </a:pathLst>
          </a:custGeom>
          <a:solidFill>
            <a:srgbClr val="4B4B6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04716" y="1169425"/>
            <a:ext cx="1564132" cy="16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49273" y="1174329"/>
            <a:ext cx="178479" cy="15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0200" y="1174329"/>
            <a:ext cx="1881157" cy="46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00128" y="1436097"/>
            <a:ext cx="1166497" cy="1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49546" y="1436097"/>
            <a:ext cx="592660" cy="159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0200" y="1695738"/>
            <a:ext cx="3598554" cy="203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3"/>
          <p:cNvGrpSpPr/>
          <p:nvPr/>
        </p:nvGrpSpPr>
        <p:grpSpPr>
          <a:xfrm>
            <a:off x="505637" y="661231"/>
            <a:ext cx="2209604" cy="295657"/>
            <a:chOff x="509212" y="902206"/>
            <a:chExt cx="2209604" cy="295657"/>
          </a:xfrm>
        </p:grpSpPr>
        <p:pic>
          <p:nvPicPr>
            <p:cNvPr id="110" name="Google Shape;1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9212" y="902206"/>
              <a:ext cx="2209604" cy="295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956" y="929527"/>
              <a:ext cx="2067591" cy="2331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3"/>
          <p:cNvGrpSpPr/>
          <p:nvPr/>
        </p:nvGrpSpPr>
        <p:grpSpPr>
          <a:xfrm>
            <a:off x="505630" y="1156079"/>
            <a:ext cx="52069" cy="52069"/>
            <a:chOff x="505630" y="1411229"/>
            <a:chExt cx="52069" cy="52069"/>
          </a:xfrm>
        </p:grpSpPr>
        <p:sp>
          <p:nvSpPr>
            <p:cNvPr id="113" name="Google Shape;113;p13"/>
            <p:cNvSpPr/>
            <p:nvPr/>
          </p:nvSpPr>
          <p:spPr>
            <a:xfrm>
              <a:off x="505630" y="1411229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15823" y="2035"/>
                  </a:lnTo>
                  <a:lnTo>
                    <a:pt x="7588" y="7587"/>
                  </a:lnTo>
                  <a:lnTo>
                    <a:pt x="2036" y="15822"/>
                  </a:lnTo>
                  <a:lnTo>
                    <a:pt x="0" y="25905"/>
                  </a:lnTo>
                  <a:lnTo>
                    <a:pt x="2036" y="35988"/>
                  </a:lnTo>
                  <a:lnTo>
                    <a:pt x="7588" y="44223"/>
                  </a:lnTo>
                  <a:lnTo>
                    <a:pt x="15823" y="49775"/>
                  </a:lnTo>
                  <a:lnTo>
                    <a:pt x="25906" y="51810"/>
                  </a:lnTo>
                  <a:lnTo>
                    <a:pt x="35989" y="49775"/>
                  </a:lnTo>
                  <a:lnTo>
                    <a:pt x="44223" y="44223"/>
                  </a:lnTo>
                  <a:lnTo>
                    <a:pt x="49776" y="35988"/>
                  </a:lnTo>
                  <a:lnTo>
                    <a:pt x="51812" y="25905"/>
                  </a:lnTo>
                  <a:lnTo>
                    <a:pt x="49776" y="15822"/>
                  </a:lnTo>
                  <a:lnTo>
                    <a:pt x="44223" y="7587"/>
                  </a:lnTo>
                  <a:lnTo>
                    <a:pt x="35989" y="2035"/>
                  </a:lnTo>
                  <a:lnTo>
                    <a:pt x="25906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505630" y="1411229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35989" y="2035"/>
                  </a:lnTo>
                  <a:lnTo>
                    <a:pt x="44223" y="7587"/>
                  </a:lnTo>
                  <a:lnTo>
                    <a:pt x="49776" y="15822"/>
                  </a:lnTo>
                  <a:lnTo>
                    <a:pt x="51812" y="25905"/>
                  </a:lnTo>
                  <a:lnTo>
                    <a:pt x="49776" y="35988"/>
                  </a:lnTo>
                  <a:lnTo>
                    <a:pt x="44223" y="44223"/>
                  </a:lnTo>
                  <a:lnTo>
                    <a:pt x="35989" y="49775"/>
                  </a:lnTo>
                  <a:lnTo>
                    <a:pt x="25906" y="51810"/>
                  </a:lnTo>
                  <a:lnTo>
                    <a:pt x="15823" y="49775"/>
                  </a:lnTo>
                  <a:lnTo>
                    <a:pt x="7588" y="44223"/>
                  </a:lnTo>
                  <a:lnTo>
                    <a:pt x="2036" y="35988"/>
                  </a:lnTo>
                  <a:lnTo>
                    <a:pt x="0" y="25905"/>
                  </a:lnTo>
                  <a:lnTo>
                    <a:pt x="2036" y="15822"/>
                  </a:lnTo>
                  <a:lnTo>
                    <a:pt x="7588" y="7587"/>
                  </a:lnTo>
                  <a:lnTo>
                    <a:pt x="15823" y="2035"/>
                  </a:lnTo>
                  <a:lnTo>
                    <a:pt x="259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3"/>
          <p:cNvGrpSpPr/>
          <p:nvPr/>
        </p:nvGrpSpPr>
        <p:grpSpPr>
          <a:xfrm>
            <a:off x="505630" y="1934020"/>
            <a:ext cx="52069" cy="52069"/>
            <a:chOff x="505630" y="1884370"/>
            <a:chExt cx="52069" cy="52069"/>
          </a:xfrm>
        </p:grpSpPr>
        <p:sp>
          <p:nvSpPr>
            <p:cNvPr id="116" name="Google Shape;116;p13"/>
            <p:cNvSpPr/>
            <p:nvPr/>
          </p:nvSpPr>
          <p:spPr>
            <a:xfrm>
              <a:off x="505630" y="1884370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15823" y="2035"/>
                  </a:lnTo>
                  <a:lnTo>
                    <a:pt x="7588" y="7587"/>
                  </a:lnTo>
                  <a:lnTo>
                    <a:pt x="2036" y="15822"/>
                  </a:lnTo>
                  <a:lnTo>
                    <a:pt x="0" y="25905"/>
                  </a:lnTo>
                  <a:lnTo>
                    <a:pt x="2036" y="35988"/>
                  </a:lnTo>
                  <a:lnTo>
                    <a:pt x="7588" y="44223"/>
                  </a:lnTo>
                  <a:lnTo>
                    <a:pt x="15823" y="49775"/>
                  </a:lnTo>
                  <a:lnTo>
                    <a:pt x="25906" y="51810"/>
                  </a:lnTo>
                  <a:lnTo>
                    <a:pt x="35989" y="49775"/>
                  </a:lnTo>
                  <a:lnTo>
                    <a:pt x="44223" y="44223"/>
                  </a:lnTo>
                  <a:lnTo>
                    <a:pt x="49776" y="35988"/>
                  </a:lnTo>
                  <a:lnTo>
                    <a:pt x="51812" y="25905"/>
                  </a:lnTo>
                  <a:lnTo>
                    <a:pt x="49776" y="15822"/>
                  </a:lnTo>
                  <a:lnTo>
                    <a:pt x="44223" y="7587"/>
                  </a:lnTo>
                  <a:lnTo>
                    <a:pt x="35989" y="2035"/>
                  </a:lnTo>
                  <a:lnTo>
                    <a:pt x="25906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505630" y="1884370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35989" y="2035"/>
                  </a:lnTo>
                  <a:lnTo>
                    <a:pt x="44223" y="7587"/>
                  </a:lnTo>
                  <a:lnTo>
                    <a:pt x="49776" y="15822"/>
                  </a:lnTo>
                  <a:lnTo>
                    <a:pt x="51812" y="25905"/>
                  </a:lnTo>
                  <a:lnTo>
                    <a:pt x="49776" y="35988"/>
                  </a:lnTo>
                  <a:lnTo>
                    <a:pt x="44223" y="44223"/>
                  </a:lnTo>
                  <a:lnTo>
                    <a:pt x="35989" y="49775"/>
                  </a:lnTo>
                  <a:lnTo>
                    <a:pt x="25906" y="51810"/>
                  </a:lnTo>
                  <a:lnTo>
                    <a:pt x="15823" y="49775"/>
                  </a:lnTo>
                  <a:lnTo>
                    <a:pt x="7588" y="44223"/>
                  </a:lnTo>
                  <a:lnTo>
                    <a:pt x="2036" y="35988"/>
                  </a:lnTo>
                  <a:lnTo>
                    <a:pt x="0" y="25905"/>
                  </a:lnTo>
                  <a:lnTo>
                    <a:pt x="2036" y="15822"/>
                  </a:lnTo>
                  <a:lnTo>
                    <a:pt x="7588" y="7587"/>
                  </a:lnTo>
                  <a:lnTo>
                    <a:pt x="15823" y="2035"/>
                  </a:lnTo>
                  <a:lnTo>
                    <a:pt x="259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3"/>
          <p:cNvSpPr txBox="1"/>
          <p:nvPr/>
        </p:nvSpPr>
        <p:spPr>
          <a:xfrm>
            <a:off x="641425" y="956900"/>
            <a:ext cx="408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rgbClr val="4B4B65"/>
                </a:solidFill>
              </a:rPr>
              <a:t>6 meses</a:t>
            </a:r>
            <a:r>
              <a:rPr lang="es-ES">
                <a:solidFill>
                  <a:srgbClr val="4B4B65"/>
                </a:solidFill>
              </a:rPr>
              <a:t> de aprendizaje recibiendo un </a:t>
            </a:r>
            <a:r>
              <a:rPr b="1" lang="es-ES">
                <a:solidFill>
                  <a:srgbClr val="4B4B65"/>
                </a:solidFill>
              </a:rPr>
              <a:t>estímulo económico</a:t>
            </a:r>
            <a:r>
              <a:rPr lang="es-ES">
                <a:solidFill>
                  <a:srgbClr val="4B4B65"/>
                </a:solidFill>
              </a:rPr>
              <a:t> (50% del salario mínimo vital y móvil)</a:t>
            </a:r>
            <a:endParaRPr>
              <a:solidFill>
                <a:srgbClr val="4B4B65"/>
              </a:solidFill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641425" y="1732975"/>
            <a:ext cx="408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4B4B65"/>
                </a:solidFill>
              </a:rPr>
              <a:t>Permite a las empresas a</a:t>
            </a:r>
            <a:r>
              <a:rPr b="1" lang="es-ES">
                <a:solidFill>
                  <a:srgbClr val="4B4B65"/>
                </a:solidFill>
              </a:rPr>
              <a:t> capacitar el perfil laboral </a:t>
            </a:r>
            <a:r>
              <a:rPr lang="es-ES">
                <a:solidFill>
                  <a:srgbClr val="4B4B65"/>
                </a:solidFill>
              </a:rPr>
              <a:t>que favorezca su </a:t>
            </a:r>
            <a:r>
              <a:rPr b="1" lang="es-ES">
                <a:solidFill>
                  <a:srgbClr val="4B4B65"/>
                </a:solidFill>
              </a:rPr>
              <a:t>desarrollo productiva</a:t>
            </a:r>
            <a:endParaRPr>
              <a:solidFill>
                <a:srgbClr val="4B4B65"/>
              </a:solidFill>
            </a:endParaRPr>
          </a:p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"/>
          <p:cNvGrpSpPr/>
          <p:nvPr/>
        </p:nvGrpSpPr>
        <p:grpSpPr>
          <a:xfrm>
            <a:off x="510208" y="661231"/>
            <a:ext cx="3221377" cy="295657"/>
            <a:chOff x="478533" y="902206"/>
            <a:chExt cx="3221377" cy="295657"/>
          </a:xfrm>
        </p:grpSpPr>
        <p:pic>
          <p:nvPicPr>
            <p:cNvPr id="126" name="Google Shape;12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8533" y="902206"/>
              <a:ext cx="3221377" cy="295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8947" y="929527"/>
              <a:ext cx="1593258" cy="233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4"/>
            <p:cNvSpPr/>
            <p:nvPr/>
          </p:nvSpPr>
          <p:spPr>
            <a:xfrm>
              <a:off x="2171030" y="942318"/>
              <a:ext cx="46990" cy="172720"/>
            </a:xfrm>
            <a:custGeom>
              <a:rect b="b" l="l" r="r" t="t"/>
              <a:pathLst>
                <a:path extrusionOk="0" h="172719" w="46989">
                  <a:moveTo>
                    <a:pt x="46422" y="0"/>
                  </a:moveTo>
                  <a:lnTo>
                    <a:pt x="0" y="0"/>
                  </a:lnTo>
                  <a:lnTo>
                    <a:pt x="0" y="172256"/>
                  </a:lnTo>
                  <a:lnTo>
                    <a:pt x="46422" y="172256"/>
                  </a:lnTo>
                  <a:lnTo>
                    <a:pt x="46422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88105" y="929527"/>
              <a:ext cx="1355713" cy="2334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4"/>
          <p:cNvSpPr txBox="1"/>
          <p:nvPr/>
        </p:nvSpPr>
        <p:spPr>
          <a:xfrm>
            <a:off x="625495" y="1125225"/>
            <a:ext cx="37332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Ser</a:t>
            </a:r>
            <a:r>
              <a:rPr b="1" i="0" lang="es-ES" u="none" cap="none" strike="noStrike">
                <a:solidFill>
                  <a:srgbClr val="4B4B6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mayor </a:t>
            </a:r>
            <a:r>
              <a:rPr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b="1" i="0" lang="es-ES" u="none" cap="none" strike="noStrike">
                <a:solidFill>
                  <a:srgbClr val="4B4B6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18 años.</a:t>
            </a:r>
            <a:endParaRPr b="0" i="0" u="none" cap="none" strike="noStrike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ES" u="none" cap="none" strike="noStrike">
                <a:solidFill>
                  <a:srgbClr val="4B4B6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Residir en </a:t>
            </a:r>
            <a:r>
              <a:rPr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la provincia de </a:t>
            </a:r>
            <a:r>
              <a:rPr b="1" i="0" lang="es-ES" u="none" cap="none" strike="noStrike">
                <a:solidFill>
                  <a:srgbClr val="4B4B6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Santa Fe.</a:t>
            </a:r>
            <a:endParaRPr b="0" i="0" u="none" cap="none" strike="noStrike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1" name="Google Shape;131;p14"/>
          <p:cNvGrpSpPr/>
          <p:nvPr/>
        </p:nvGrpSpPr>
        <p:grpSpPr>
          <a:xfrm>
            <a:off x="483096" y="1269666"/>
            <a:ext cx="61493" cy="61395"/>
            <a:chOff x="475674" y="1594209"/>
            <a:chExt cx="52069" cy="52069"/>
          </a:xfrm>
        </p:grpSpPr>
        <p:sp>
          <p:nvSpPr>
            <p:cNvPr id="132" name="Google Shape;132;p14"/>
            <p:cNvSpPr/>
            <p:nvPr/>
          </p:nvSpPr>
          <p:spPr>
            <a:xfrm>
              <a:off x="475674" y="1594209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15823" y="2035"/>
                  </a:lnTo>
                  <a:lnTo>
                    <a:pt x="7588" y="7587"/>
                  </a:lnTo>
                  <a:lnTo>
                    <a:pt x="2036" y="15822"/>
                  </a:lnTo>
                  <a:lnTo>
                    <a:pt x="0" y="25905"/>
                  </a:lnTo>
                  <a:lnTo>
                    <a:pt x="2036" y="35988"/>
                  </a:lnTo>
                  <a:lnTo>
                    <a:pt x="7588" y="44223"/>
                  </a:lnTo>
                  <a:lnTo>
                    <a:pt x="15823" y="49775"/>
                  </a:lnTo>
                  <a:lnTo>
                    <a:pt x="25906" y="51810"/>
                  </a:lnTo>
                  <a:lnTo>
                    <a:pt x="35989" y="49775"/>
                  </a:lnTo>
                  <a:lnTo>
                    <a:pt x="44223" y="44223"/>
                  </a:lnTo>
                  <a:lnTo>
                    <a:pt x="49776" y="35988"/>
                  </a:lnTo>
                  <a:lnTo>
                    <a:pt x="51812" y="25905"/>
                  </a:lnTo>
                  <a:lnTo>
                    <a:pt x="49776" y="15822"/>
                  </a:lnTo>
                  <a:lnTo>
                    <a:pt x="44223" y="7587"/>
                  </a:lnTo>
                  <a:lnTo>
                    <a:pt x="35989" y="2035"/>
                  </a:lnTo>
                  <a:lnTo>
                    <a:pt x="25906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75674" y="1594209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35989" y="2035"/>
                  </a:lnTo>
                  <a:lnTo>
                    <a:pt x="44223" y="7587"/>
                  </a:lnTo>
                  <a:lnTo>
                    <a:pt x="49776" y="15822"/>
                  </a:lnTo>
                  <a:lnTo>
                    <a:pt x="51812" y="25905"/>
                  </a:lnTo>
                  <a:lnTo>
                    <a:pt x="49776" y="35988"/>
                  </a:lnTo>
                  <a:lnTo>
                    <a:pt x="44223" y="44223"/>
                  </a:lnTo>
                  <a:lnTo>
                    <a:pt x="35989" y="49775"/>
                  </a:lnTo>
                  <a:lnTo>
                    <a:pt x="25906" y="51810"/>
                  </a:lnTo>
                  <a:lnTo>
                    <a:pt x="15823" y="49775"/>
                  </a:lnTo>
                  <a:lnTo>
                    <a:pt x="7588" y="44223"/>
                  </a:lnTo>
                  <a:lnTo>
                    <a:pt x="2036" y="35988"/>
                  </a:lnTo>
                  <a:lnTo>
                    <a:pt x="0" y="25905"/>
                  </a:lnTo>
                  <a:lnTo>
                    <a:pt x="2036" y="15822"/>
                  </a:lnTo>
                  <a:lnTo>
                    <a:pt x="7588" y="7587"/>
                  </a:lnTo>
                  <a:lnTo>
                    <a:pt x="15823" y="2035"/>
                  </a:lnTo>
                  <a:lnTo>
                    <a:pt x="259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475674" y="1654369"/>
            <a:ext cx="61493" cy="61395"/>
            <a:chOff x="469389" y="2049728"/>
            <a:chExt cx="52069" cy="52069"/>
          </a:xfrm>
        </p:grpSpPr>
        <p:sp>
          <p:nvSpPr>
            <p:cNvPr id="135" name="Google Shape;135;p14"/>
            <p:cNvSpPr/>
            <p:nvPr/>
          </p:nvSpPr>
          <p:spPr>
            <a:xfrm>
              <a:off x="469389" y="2049728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5" y="0"/>
                  </a:moveTo>
                  <a:lnTo>
                    <a:pt x="15822" y="2036"/>
                  </a:lnTo>
                  <a:lnTo>
                    <a:pt x="7587" y="7588"/>
                  </a:lnTo>
                  <a:lnTo>
                    <a:pt x="2035" y="15822"/>
                  </a:lnTo>
                  <a:lnTo>
                    <a:pt x="0" y="25905"/>
                  </a:lnTo>
                  <a:lnTo>
                    <a:pt x="2035" y="35988"/>
                  </a:lnTo>
                  <a:lnTo>
                    <a:pt x="7587" y="44223"/>
                  </a:lnTo>
                  <a:lnTo>
                    <a:pt x="15822" y="49776"/>
                  </a:lnTo>
                  <a:lnTo>
                    <a:pt x="25905" y="51812"/>
                  </a:lnTo>
                  <a:lnTo>
                    <a:pt x="35988" y="49776"/>
                  </a:lnTo>
                  <a:lnTo>
                    <a:pt x="44223" y="44223"/>
                  </a:lnTo>
                  <a:lnTo>
                    <a:pt x="49775" y="35988"/>
                  </a:lnTo>
                  <a:lnTo>
                    <a:pt x="51810" y="25905"/>
                  </a:lnTo>
                  <a:lnTo>
                    <a:pt x="49775" y="15822"/>
                  </a:lnTo>
                  <a:lnTo>
                    <a:pt x="44223" y="7588"/>
                  </a:lnTo>
                  <a:lnTo>
                    <a:pt x="35988" y="2036"/>
                  </a:lnTo>
                  <a:lnTo>
                    <a:pt x="25905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469389" y="2049728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5" y="0"/>
                  </a:moveTo>
                  <a:lnTo>
                    <a:pt x="35988" y="2036"/>
                  </a:lnTo>
                  <a:lnTo>
                    <a:pt x="44223" y="7588"/>
                  </a:lnTo>
                  <a:lnTo>
                    <a:pt x="49775" y="15822"/>
                  </a:lnTo>
                  <a:lnTo>
                    <a:pt x="51810" y="25905"/>
                  </a:lnTo>
                  <a:lnTo>
                    <a:pt x="49775" y="35988"/>
                  </a:lnTo>
                  <a:lnTo>
                    <a:pt x="44223" y="44223"/>
                  </a:lnTo>
                  <a:lnTo>
                    <a:pt x="35988" y="49776"/>
                  </a:lnTo>
                  <a:lnTo>
                    <a:pt x="25905" y="51812"/>
                  </a:lnTo>
                  <a:lnTo>
                    <a:pt x="15822" y="49776"/>
                  </a:lnTo>
                  <a:lnTo>
                    <a:pt x="7587" y="44223"/>
                  </a:lnTo>
                  <a:lnTo>
                    <a:pt x="2035" y="35988"/>
                  </a:lnTo>
                  <a:lnTo>
                    <a:pt x="0" y="25905"/>
                  </a:lnTo>
                  <a:lnTo>
                    <a:pt x="2035" y="15822"/>
                  </a:lnTo>
                  <a:lnTo>
                    <a:pt x="7587" y="7588"/>
                  </a:lnTo>
                  <a:lnTo>
                    <a:pt x="15822" y="2036"/>
                  </a:lnTo>
                  <a:lnTo>
                    <a:pt x="2590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7" name="Google Shape;13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5"/>
          <p:cNvGrpSpPr/>
          <p:nvPr/>
        </p:nvGrpSpPr>
        <p:grpSpPr>
          <a:xfrm>
            <a:off x="510206" y="661250"/>
            <a:ext cx="3105216" cy="295657"/>
            <a:chOff x="479231" y="871725"/>
            <a:chExt cx="3105216" cy="295657"/>
          </a:xfrm>
        </p:grpSpPr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9231" y="871725"/>
              <a:ext cx="3105216" cy="295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9645" y="899045"/>
              <a:ext cx="1593258" cy="233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5"/>
            <p:cNvSpPr/>
            <p:nvPr/>
          </p:nvSpPr>
          <p:spPr>
            <a:xfrm>
              <a:off x="2218817" y="911847"/>
              <a:ext cx="187960" cy="174625"/>
            </a:xfrm>
            <a:custGeom>
              <a:rect b="b" l="l" r="r" t="t"/>
              <a:pathLst>
                <a:path extrusionOk="0" h="174625" w="187960">
                  <a:moveTo>
                    <a:pt x="46418" y="0"/>
                  </a:moveTo>
                  <a:lnTo>
                    <a:pt x="0" y="0"/>
                  </a:lnTo>
                  <a:lnTo>
                    <a:pt x="0" y="172250"/>
                  </a:lnTo>
                  <a:lnTo>
                    <a:pt x="46418" y="172250"/>
                  </a:lnTo>
                  <a:lnTo>
                    <a:pt x="46418" y="0"/>
                  </a:lnTo>
                  <a:close/>
                </a:path>
                <a:path extrusionOk="0" h="174625" w="187960">
                  <a:moveTo>
                    <a:pt x="187731" y="115722"/>
                  </a:moveTo>
                  <a:lnTo>
                    <a:pt x="187604" y="77279"/>
                  </a:lnTo>
                  <a:lnTo>
                    <a:pt x="160413" y="46774"/>
                  </a:lnTo>
                  <a:lnTo>
                    <a:pt x="141668" y="41948"/>
                  </a:lnTo>
                  <a:lnTo>
                    <a:pt x="141668" y="115722"/>
                  </a:lnTo>
                  <a:lnTo>
                    <a:pt x="141668" y="130416"/>
                  </a:lnTo>
                  <a:lnTo>
                    <a:pt x="124650" y="145008"/>
                  </a:lnTo>
                  <a:lnTo>
                    <a:pt x="117195" y="145008"/>
                  </a:lnTo>
                  <a:lnTo>
                    <a:pt x="113995" y="144068"/>
                  </a:lnTo>
                  <a:lnTo>
                    <a:pt x="111467" y="142138"/>
                  </a:lnTo>
                  <a:lnTo>
                    <a:pt x="108940" y="140246"/>
                  </a:lnTo>
                  <a:lnTo>
                    <a:pt x="107683" y="137477"/>
                  </a:lnTo>
                  <a:lnTo>
                    <a:pt x="107683" y="131673"/>
                  </a:lnTo>
                  <a:lnTo>
                    <a:pt x="126784" y="119875"/>
                  </a:lnTo>
                  <a:lnTo>
                    <a:pt x="128485" y="119519"/>
                  </a:lnTo>
                  <a:lnTo>
                    <a:pt x="141668" y="115722"/>
                  </a:lnTo>
                  <a:lnTo>
                    <a:pt x="141668" y="41948"/>
                  </a:lnTo>
                  <a:lnTo>
                    <a:pt x="137439" y="41402"/>
                  </a:lnTo>
                  <a:lnTo>
                    <a:pt x="128206" y="41402"/>
                  </a:lnTo>
                  <a:lnTo>
                    <a:pt x="87464" y="51422"/>
                  </a:lnTo>
                  <a:lnTo>
                    <a:pt x="68999" y="85140"/>
                  </a:lnTo>
                  <a:lnTo>
                    <a:pt x="111709" y="85140"/>
                  </a:lnTo>
                  <a:lnTo>
                    <a:pt x="112255" y="81153"/>
                  </a:lnTo>
                  <a:lnTo>
                    <a:pt x="113957" y="78193"/>
                  </a:lnTo>
                  <a:lnTo>
                    <a:pt x="119481" y="74320"/>
                  </a:lnTo>
                  <a:lnTo>
                    <a:pt x="123075" y="73329"/>
                  </a:lnTo>
                  <a:lnTo>
                    <a:pt x="131559" y="73329"/>
                  </a:lnTo>
                  <a:lnTo>
                    <a:pt x="135166" y="74320"/>
                  </a:lnTo>
                  <a:lnTo>
                    <a:pt x="134988" y="74320"/>
                  </a:lnTo>
                  <a:lnTo>
                    <a:pt x="137439" y="76022"/>
                  </a:lnTo>
                  <a:lnTo>
                    <a:pt x="140004" y="77838"/>
                  </a:lnTo>
                  <a:lnTo>
                    <a:pt x="141312" y="80403"/>
                  </a:lnTo>
                  <a:lnTo>
                    <a:pt x="141312" y="86601"/>
                  </a:lnTo>
                  <a:lnTo>
                    <a:pt x="104724" y="96075"/>
                  </a:lnTo>
                  <a:lnTo>
                    <a:pt x="98488" y="97142"/>
                  </a:lnTo>
                  <a:lnTo>
                    <a:pt x="65125" y="123507"/>
                  </a:lnTo>
                  <a:lnTo>
                    <a:pt x="63944" y="129616"/>
                  </a:lnTo>
                  <a:lnTo>
                    <a:pt x="63944" y="145173"/>
                  </a:lnTo>
                  <a:lnTo>
                    <a:pt x="90474" y="172923"/>
                  </a:lnTo>
                  <a:lnTo>
                    <a:pt x="97726" y="174269"/>
                  </a:lnTo>
                  <a:lnTo>
                    <a:pt x="111582" y="174269"/>
                  </a:lnTo>
                  <a:lnTo>
                    <a:pt x="143319" y="154089"/>
                  </a:lnTo>
                  <a:lnTo>
                    <a:pt x="144348" y="154089"/>
                  </a:lnTo>
                  <a:lnTo>
                    <a:pt x="144348" y="172250"/>
                  </a:lnTo>
                  <a:lnTo>
                    <a:pt x="187731" y="172250"/>
                  </a:lnTo>
                  <a:lnTo>
                    <a:pt x="187731" y="154089"/>
                  </a:lnTo>
                  <a:lnTo>
                    <a:pt x="187731" y="145008"/>
                  </a:lnTo>
                  <a:lnTo>
                    <a:pt x="187731" y="11572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" name="Google Shape;14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1130" y="953244"/>
              <a:ext cx="1020984" cy="179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5"/>
          <p:cNvSpPr txBox="1"/>
          <p:nvPr/>
        </p:nvSpPr>
        <p:spPr>
          <a:xfrm>
            <a:off x="598598" y="1036375"/>
            <a:ext cx="46575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Contar con </a:t>
            </a:r>
            <a:r>
              <a:rPr b="1"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instalaciones habilitadas</a:t>
            </a: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, con </a:t>
            </a:r>
            <a:r>
              <a:rPr b="1"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insumos</a:t>
            </a: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 y/o </a:t>
            </a:r>
            <a:r>
              <a:rPr b="1"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 necesarias para el desarrollo de las actividades.</a:t>
            </a:r>
            <a:endParaRPr b="0" i="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12700" marR="131445" rtl="0" algn="l">
              <a:lnSpc>
                <a:spcPct val="114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Cumplir con </a:t>
            </a:r>
            <a:r>
              <a:rPr b="1" i="0" lang="es-ES" u="none" cap="none" strike="noStrike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rPr>
              <a:t>las normas de higiene y seguridad </a:t>
            </a:r>
            <a:r>
              <a:rPr b="0" i="0" lang="es-ES" u="none" cap="none" strike="noStrike">
                <a:solidFill>
                  <a:srgbClr val="4B4B65"/>
                </a:solidFill>
                <a:latin typeface="Inter Medium"/>
                <a:ea typeface="Inter Medium"/>
                <a:cs typeface="Inter Medium"/>
                <a:sym typeface="Inter Medium"/>
              </a:rPr>
              <a:t>aplicables a la actividad, y que cumplan con la normativa vigente.</a:t>
            </a:r>
            <a:endParaRPr b="0" i="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48" name="Google Shape;148;p15"/>
          <p:cNvGrpSpPr/>
          <p:nvPr/>
        </p:nvGrpSpPr>
        <p:grpSpPr>
          <a:xfrm>
            <a:off x="475674" y="1106528"/>
            <a:ext cx="52069" cy="52069"/>
            <a:chOff x="475674" y="1563728"/>
            <a:chExt cx="52069" cy="52069"/>
          </a:xfrm>
        </p:grpSpPr>
        <p:sp>
          <p:nvSpPr>
            <p:cNvPr id="149" name="Google Shape;149;p15"/>
            <p:cNvSpPr/>
            <p:nvPr/>
          </p:nvSpPr>
          <p:spPr>
            <a:xfrm>
              <a:off x="475674" y="1563728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15823" y="2035"/>
                  </a:lnTo>
                  <a:lnTo>
                    <a:pt x="7588" y="7587"/>
                  </a:lnTo>
                  <a:lnTo>
                    <a:pt x="2036" y="15822"/>
                  </a:lnTo>
                  <a:lnTo>
                    <a:pt x="0" y="25905"/>
                  </a:lnTo>
                  <a:lnTo>
                    <a:pt x="2036" y="35988"/>
                  </a:lnTo>
                  <a:lnTo>
                    <a:pt x="7588" y="44223"/>
                  </a:lnTo>
                  <a:lnTo>
                    <a:pt x="15823" y="49775"/>
                  </a:lnTo>
                  <a:lnTo>
                    <a:pt x="25906" y="51810"/>
                  </a:lnTo>
                  <a:lnTo>
                    <a:pt x="35989" y="49775"/>
                  </a:lnTo>
                  <a:lnTo>
                    <a:pt x="44223" y="44223"/>
                  </a:lnTo>
                  <a:lnTo>
                    <a:pt x="49776" y="35988"/>
                  </a:lnTo>
                  <a:lnTo>
                    <a:pt x="51812" y="25905"/>
                  </a:lnTo>
                  <a:lnTo>
                    <a:pt x="49776" y="15822"/>
                  </a:lnTo>
                  <a:lnTo>
                    <a:pt x="44223" y="7587"/>
                  </a:lnTo>
                  <a:lnTo>
                    <a:pt x="35989" y="2035"/>
                  </a:lnTo>
                  <a:lnTo>
                    <a:pt x="25906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475674" y="1563728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6" y="0"/>
                  </a:moveTo>
                  <a:lnTo>
                    <a:pt x="35989" y="2035"/>
                  </a:lnTo>
                  <a:lnTo>
                    <a:pt x="44223" y="7587"/>
                  </a:lnTo>
                  <a:lnTo>
                    <a:pt x="49776" y="15822"/>
                  </a:lnTo>
                  <a:lnTo>
                    <a:pt x="51812" y="25905"/>
                  </a:lnTo>
                  <a:lnTo>
                    <a:pt x="49776" y="35988"/>
                  </a:lnTo>
                  <a:lnTo>
                    <a:pt x="44223" y="44223"/>
                  </a:lnTo>
                  <a:lnTo>
                    <a:pt x="35989" y="49775"/>
                  </a:lnTo>
                  <a:lnTo>
                    <a:pt x="25906" y="51810"/>
                  </a:lnTo>
                  <a:lnTo>
                    <a:pt x="15823" y="49775"/>
                  </a:lnTo>
                  <a:lnTo>
                    <a:pt x="7588" y="44223"/>
                  </a:lnTo>
                  <a:lnTo>
                    <a:pt x="2036" y="35988"/>
                  </a:lnTo>
                  <a:lnTo>
                    <a:pt x="0" y="25905"/>
                  </a:lnTo>
                  <a:lnTo>
                    <a:pt x="2036" y="15822"/>
                  </a:lnTo>
                  <a:lnTo>
                    <a:pt x="7588" y="7587"/>
                  </a:lnTo>
                  <a:lnTo>
                    <a:pt x="15823" y="2035"/>
                  </a:lnTo>
                  <a:lnTo>
                    <a:pt x="259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469389" y="2087261"/>
            <a:ext cx="52069" cy="52069"/>
            <a:chOff x="469389" y="2087261"/>
            <a:chExt cx="52069" cy="52069"/>
          </a:xfrm>
        </p:grpSpPr>
        <p:sp>
          <p:nvSpPr>
            <p:cNvPr id="152" name="Google Shape;152;p15"/>
            <p:cNvSpPr/>
            <p:nvPr/>
          </p:nvSpPr>
          <p:spPr>
            <a:xfrm>
              <a:off x="469389" y="2087261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5" y="0"/>
                  </a:moveTo>
                  <a:lnTo>
                    <a:pt x="15822" y="2036"/>
                  </a:lnTo>
                  <a:lnTo>
                    <a:pt x="7587" y="7588"/>
                  </a:lnTo>
                  <a:lnTo>
                    <a:pt x="2035" y="15822"/>
                  </a:lnTo>
                  <a:lnTo>
                    <a:pt x="0" y="25905"/>
                  </a:lnTo>
                  <a:lnTo>
                    <a:pt x="2035" y="35988"/>
                  </a:lnTo>
                  <a:lnTo>
                    <a:pt x="7587" y="44223"/>
                  </a:lnTo>
                  <a:lnTo>
                    <a:pt x="15822" y="49776"/>
                  </a:lnTo>
                  <a:lnTo>
                    <a:pt x="25905" y="51812"/>
                  </a:lnTo>
                  <a:lnTo>
                    <a:pt x="35988" y="49776"/>
                  </a:lnTo>
                  <a:lnTo>
                    <a:pt x="44223" y="44223"/>
                  </a:lnTo>
                  <a:lnTo>
                    <a:pt x="49775" y="35988"/>
                  </a:lnTo>
                  <a:lnTo>
                    <a:pt x="51810" y="25905"/>
                  </a:lnTo>
                  <a:lnTo>
                    <a:pt x="49775" y="15822"/>
                  </a:lnTo>
                  <a:lnTo>
                    <a:pt x="44223" y="7588"/>
                  </a:lnTo>
                  <a:lnTo>
                    <a:pt x="35988" y="2036"/>
                  </a:lnTo>
                  <a:lnTo>
                    <a:pt x="25905" y="0"/>
                  </a:lnTo>
                  <a:close/>
                </a:path>
              </a:pathLst>
            </a:custGeom>
            <a:solidFill>
              <a:srgbClr val="4B4B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469389" y="2087261"/>
              <a:ext cx="52069" cy="52069"/>
            </a:xfrm>
            <a:custGeom>
              <a:rect b="b" l="l" r="r" t="t"/>
              <a:pathLst>
                <a:path extrusionOk="0" h="52069" w="52070">
                  <a:moveTo>
                    <a:pt x="25905" y="0"/>
                  </a:moveTo>
                  <a:lnTo>
                    <a:pt x="35988" y="2036"/>
                  </a:lnTo>
                  <a:lnTo>
                    <a:pt x="44223" y="7588"/>
                  </a:lnTo>
                  <a:lnTo>
                    <a:pt x="49775" y="15822"/>
                  </a:lnTo>
                  <a:lnTo>
                    <a:pt x="51810" y="25905"/>
                  </a:lnTo>
                  <a:lnTo>
                    <a:pt x="49775" y="35988"/>
                  </a:lnTo>
                  <a:lnTo>
                    <a:pt x="44223" y="44223"/>
                  </a:lnTo>
                  <a:lnTo>
                    <a:pt x="35988" y="49776"/>
                  </a:lnTo>
                  <a:lnTo>
                    <a:pt x="25905" y="51812"/>
                  </a:lnTo>
                  <a:lnTo>
                    <a:pt x="15822" y="49776"/>
                  </a:lnTo>
                  <a:lnTo>
                    <a:pt x="7587" y="44223"/>
                  </a:lnTo>
                  <a:lnTo>
                    <a:pt x="2035" y="35988"/>
                  </a:lnTo>
                  <a:lnTo>
                    <a:pt x="0" y="25905"/>
                  </a:lnTo>
                  <a:lnTo>
                    <a:pt x="2035" y="15822"/>
                  </a:lnTo>
                  <a:lnTo>
                    <a:pt x="7587" y="7588"/>
                  </a:lnTo>
                  <a:lnTo>
                    <a:pt x="15822" y="2036"/>
                  </a:lnTo>
                  <a:lnTo>
                    <a:pt x="2590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B4B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99" y="28748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7e9ce86fd_0_0"/>
          <p:cNvSpPr txBox="1"/>
          <p:nvPr/>
        </p:nvSpPr>
        <p:spPr>
          <a:xfrm>
            <a:off x="598598" y="1036375"/>
            <a:ext cx="46575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1445" rtl="0" algn="l">
              <a:lnSpc>
                <a:spcPct val="114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60" name="Google Shape;160;g2e7e9ce86f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62" y="269412"/>
            <a:ext cx="4900987" cy="27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2e7e9ce86f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199" y="28748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017" y="1071867"/>
            <a:ext cx="1766971" cy="1494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6"/>
          <p:cNvGrpSpPr/>
          <p:nvPr/>
        </p:nvGrpSpPr>
        <p:grpSpPr>
          <a:xfrm>
            <a:off x="533480" y="634730"/>
            <a:ext cx="2192958" cy="265095"/>
            <a:chOff x="533480" y="634730"/>
            <a:chExt cx="2192958" cy="265095"/>
          </a:xfrm>
        </p:grpSpPr>
        <p:pic>
          <p:nvPicPr>
            <p:cNvPr id="168" name="Google Shape;16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80" y="634730"/>
              <a:ext cx="2192958" cy="2650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1186" y="668289"/>
              <a:ext cx="499607" cy="191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77955" y="666165"/>
              <a:ext cx="1468922" cy="1939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1" name="Google Shape;17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" y="0"/>
            <a:ext cx="5853562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2024-06-19T18:35:30Z</dcterms:created>
  <dc:creator>Estanciera2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2024-06-19T00:00:00Z</vt:filetime>
  </property>
  <property fmtid="{D5CDD505-2E9C-101B-9397-08002B2CF9AE}" pid="3" name="Creator">
    <vt:lpwstr>CorelDRAW 2022</vt:lpwstr>
  </property>
  <property fmtid="{D5CDD505-2E9C-101B-9397-08002B2CF9AE}" pid="4" name="LastSaved">
    <vt:filetime>2024-06-19T00:00:00Z</vt:filetime>
  </property>
  <property fmtid="{D5CDD505-2E9C-101B-9397-08002B2CF9AE}" pid="5" name="Producer">
    <vt:lpwstr>Corel PDF Engine Version 24.5.0.731</vt:lpwstr>
  </property>
</Properties>
</file>